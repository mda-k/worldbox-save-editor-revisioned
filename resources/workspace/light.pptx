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_" initials="_" lastIdx="1" clrIdx="0">
    <p:extLst>
      <p:ext uri="{19B8F6BF-5375-455C-9EA6-DF929625EA0E}">
        <p15:presenceInfo xmlns:p15="http://schemas.microsoft.com/office/powerpoint/2012/main" userId="a9d87de9f9c661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101"/>
    <a:srgbClr val="3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414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90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43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02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49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7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90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35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32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6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9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59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EE79-7E35-4ACC-9255-8DFDDD1EE080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066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doboz 8">
            <a:extLst>
              <a:ext uri="{FF2B5EF4-FFF2-40B4-BE49-F238E27FC236}">
                <a16:creationId xmlns:a16="http://schemas.microsoft.com/office/drawing/2014/main" id="{28383955-CB44-43CB-9AA7-A34CDF3781BA}"/>
              </a:ext>
            </a:extLst>
          </p:cNvPr>
          <p:cNvSpPr txBox="1"/>
          <p:nvPr/>
        </p:nvSpPr>
        <p:spPr>
          <a:xfrm>
            <a:off x="2195708" y="3136612"/>
            <a:ext cx="780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υ∧π</a:t>
            </a:r>
            <a:r>
              <a:rPr lang="uk-UA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0ƒ℮$$</a:t>
            </a:r>
            <a:r>
              <a:rPr lang="el-GR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¡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0∧αℓ ∨∨0</a:t>
            </a:r>
            <a:r>
              <a:rPr lang="uk-UA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ℓ</a:t>
            </a:r>
            <a:r>
              <a:rPr lang="el-GR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β0× $α</a:t>
            </a:r>
            <a:r>
              <a:rPr lang="el-GR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∨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℮ ℮</a:t>
            </a:r>
            <a:r>
              <a:rPr lang="el-GR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δ¡</a:t>
            </a:r>
            <a:r>
              <a:rPr lang="en-GB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†0</a:t>
            </a:r>
            <a:r>
              <a:rPr lang="uk-UA" sz="3200" b="1" dirty="0">
                <a:solidFill>
                  <a:srgbClr val="96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endParaRPr lang="en-GB" sz="3200" b="1" dirty="0">
              <a:solidFill>
                <a:srgbClr val="96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88900" stA="83000" dir="5400000" sy="-100000" algn="bl" rotWithShape="0"/>
              </a:effectLst>
              <a:latin typeface="Palatino Linotype" panose="020405020505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E7C440C-CD68-40B2-BFAE-0ACC2C76C6FA}"/>
              </a:ext>
            </a:extLst>
          </p:cNvPr>
          <p:cNvSpPr txBox="1"/>
          <p:nvPr/>
        </p:nvSpPr>
        <p:spPr>
          <a:xfrm>
            <a:off x="9176307" y="4184754"/>
            <a:ext cx="163997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300000" lon="19499962" rev="0"/>
              </a:camera>
              <a:lightRig rig="flood" dir="t"/>
            </a:scene3d>
            <a:sp3d prstMaterial="flat"/>
          </a:bodyPr>
          <a:lstStyle/>
          <a:p>
            <a:r>
              <a:rPr lang="en-GB" sz="3200" b="1" dirty="0">
                <a:solidFill>
                  <a:srgbClr val="960101"/>
                </a:solidFill>
                <a:effectLst>
                  <a:glow rad="1028700">
                    <a:srgbClr val="3E0000">
                      <a:alpha val="1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υ∨∨$℮</a:t>
            </a:r>
          </a:p>
        </p:txBody>
      </p:sp>
      <p:sp>
        <p:nvSpPr>
          <p:cNvPr id="29" name="Háromszög 28">
            <a:extLst>
              <a:ext uri="{FF2B5EF4-FFF2-40B4-BE49-F238E27FC236}">
                <a16:creationId xmlns:a16="http://schemas.microsoft.com/office/drawing/2014/main" id="{CB7B44BF-6E32-44CF-B46A-F61A09D62BB1}"/>
              </a:ext>
            </a:extLst>
          </p:cNvPr>
          <p:cNvSpPr/>
          <p:nvPr/>
        </p:nvSpPr>
        <p:spPr>
          <a:xfrm>
            <a:off x="9295452" y="4025900"/>
            <a:ext cx="1190625" cy="235054"/>
          </a:xfrm>
          <a:prstGeom prst="triangle">
            <a:avLst>
              <a:gd name="adj" fmla="val 100000"/>
            </a:avLst>
          </a:prstGeom>
          <a:solidFill>
            <a:srgbClr val="960101"/>
          </a:solidFill>
          <a:ln>
            <a:noFill/>
          </a:ln>
          <a:effectLst>
            <a:glow rad="25400">
              <a:srgbClr val="3E0000">
                <a:alpha val="62000"/>
              </a:srgbClr>
            </a:glow>
            <a:reflection blurRad="6350" stA="52000" endA="300" endPos="35000" dir="5400000" sy="-100000" algn="bl" rotWithShape="0"/>
          </a:effectLst>
          <a:scene3d>
            <a:camera prst="orthographicFront">
              <a:rot lat="600000" lon="19499985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Háromszög 31">
            <a:extLst>
              <a:ext uri="{FF2B5EF4-FFF2-40B4-BE49-F238E27FC236}">
                <a16:creationId xmlns:a16="http://schemas.microsoft.com/office/drawing/2014/main" id="{21E7FC6F-6514-4689-9037-82978D60E3EC}"/>
              </a:ext>
            </a:extLst>
          </p:cNvPr>
          <p:cNvSpPr/>
          <p:nvPr/>
        </p:nvSpPr>
        <p:spPr>
          <a:xfrm flipH="1" flipV="1">
            <a:off x="9295451" y="4953143"/>
            <a:ext cx="1190625" cy="235054"/>
          </a:xfrm>
          <a:prstGeom prst="triangle">
            <a:avLst>
              <a:gd name="adj" fmla="val 100000"/>
            </a:avLst>
          </a:prstGeom>
          <a:solidFill>
            <a:srgbClr val="960101"/>
          </a:solidFill>
          <a:ln>
            <a:noFill/>
          </a:ln>
          <a:effectLst>
            <a:glow rad="25400">
              <a:srgbClr val="3E0000">
                <a:alpha val="62000"/>
              </a:srgbClr>
            </a:glow>
            <a:reflection blurRad="6350" stA="52000" endA="300" endPos="35000" dir="5400000" sy="-100000" algn="bl" rotWithShape="0"/>
          </a:effectLst>
          <a:scene3d>
            <a:camera prst="orthographicFront">
              <a:rot lat="600000" lon="19499985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C8DE2F7-5E19-423D-9A4A-BBDBB44F5B95}"/>
              </a:ext>
            </a:extLst>
          </p:cNvPr>
          <p:cNvSpPr txBox="1"/>
          <p:nvPr/>
        </p:nvSpPr>
        <p:spPr>
          <a:xfrm>
            <a:off x="7039925" y="1144061"/>
            <a:ext cx="163997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300000" lon="19499962" rev="0"/>
              </a:camera>
              <a:lightRig rig="flood" dir="t"/>
            </a:scene3d>
            <a:sp3d prstMaterial="flat"/>
          </a:bodyPr>
          <a:lstStyle/>
          <a:p>
            <a:r>
              <a:rPr lang="en-GB" sz="3200" b="1" dirty="0">
                <a:solidFill>
                  <a:srgbClr val="3E0000"/>
                </a:solidFill>
                <a:effectLst>
                  <a:glow rad="1028700">
                    <a:srgbClr val="3E0000">
                      <a:alpha val="1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υ∨∨$℮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F28F054-85FD-41DD-9A31-6FBC470E9556}"/>
              </a:ext>
            </a:extLst>
          </p:cNvPr>
          <p:cNvSpPr txBox="1"/>
          <p:nvPr/>
        </p:nvSpPr>
        <p:spPr>
          <a:xfrm>
            <a:off x="3923779" y="543896"/>
            <a:ext cx="560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b="1" dirty="0">
                <a:solidFill>
                  <a:srgbClr val="3E0000"/>
                </a:solidFill>
                <a:effectLst>
                  <a:glow rad="1028700">
                    <a:srgbClr val="3E0000">
                      <a:alpha val="1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1227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37</Words>
  <Application>Microsoft Office PowerPoint</Application>
  <PresentationFormat>Szélesvásznú</PresentationFormat>
  <Paragraphs>4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Palatino Linotype</vt:lpstr>
      <vt:lpstr>Office Theme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_</dc:creator>
  <cp:lastModifiedBy>_</cp:lastModifiedBy>
  <cp:revision>11</cp:revision>
  <dcterms:created xsi:type="dcterms:W3CDTF">2026-06-24T13:14:25Z</dcterms:created>
  <dcterms:modified xsi:type="dcterms:W3CDTF">2026-06-25T13:10:59Z</dcterms:modified>
</cp:coreProperties>
</file>